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06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6858000" y="-457200"/>
            <a:ext cx="3200400" cy="3200400"/>
          </a:xfrm>
          <a:prstGeom prst="rect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2400000">
            <a:off x="7498080" y="274320"/>
            <a:ext cx="2286000" cy="2286000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79" y="1097280"/>
            <a:ext cx="745587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 Booking System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Project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76631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design a relational database for a Cab Booking System and write SQL queries that answer real business questions about customers, drivers, revenue, cancellations and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00200"/>
            <a:ext cx="91440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normalized tables (Customers, Drivers, Cabs, Bookings, Trip Details, Feedback) with proper primary &amp; foreign keys for a complete cab booking system.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09160" y="160020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1600200"/>
            <a:ext cx="91440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288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4068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93776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customers by completed bookings, detect churn risk customers, and analyze cancellation reasons to improve retention.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0632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3063240"/>
            <a:ext cx="91440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728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Performance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9436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driver ratings, cancellation percentage, total distance covered, and correlation between high ratings and earnings.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709160" y="306324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3063240"/>
            <a:ext cx="91440" cy="132588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Operations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37760" y="3703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revenue trends, compare Sedan vs SUV contribution, find busiest days/routes, and support data-driven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Technology Used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51560"/>
            <a:ext cx="2057400" cy="7315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/ SQL Server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Relational database engine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Tables, Keys &amp; Relationships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integrity constraints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14600" y="1051560"/>
            <a:ext cx="2057400" cy="7315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28016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0604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65176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 core tables designed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65176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Primary &amp; Foreign keys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5176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Normalized structure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0916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709160" y="1051560"/>
            <a:ext cx="2057400" cy="7315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28016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0060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4632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Joins, Aggregations, CASE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84632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Subqueries &amp; Group By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84632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 &amp; Date functions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903720" y="1051560"/>
            <a:ext cx="2057400" cy="3520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03720" y="1051560"/>
            <a:ext cx="2057400" cy="73152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280160"/>
            <a:ext cx="640080" cy="6400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95160" y="20574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Focus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040880" y="26060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behaviour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04088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Driver performance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04088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&amp; Cancellation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Functionality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SQL project was developed to answer key business questions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7280" y="132588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13533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Creation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6276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database cab_booking_system with tables: Customers, Drivers, Cabs, Bookings, Trip_Details and Feedback. Defined primary keys, foreign keys and relationships.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14884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210312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280160" y="21305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Loading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4048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Inserted sample data for 10 customers, 6 drivers, 3 cabs, 10 bookings, corresponding trip details and customer feedback with ratings &amp; comments.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92608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97280" y="288036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80160" y="29077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Queries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1821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analytical queries covering: Top customers, Low-rated drivers, Longest trips, Cancellation %, Revenue, Popular routes, Churn prediction, Sedan vs SUV.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97280" y="3657600"/>
            <a:ext cx="75895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80160" y="368503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Generation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395935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JOINs, GROUP BY, CASE, subqueries, aggregate functions and date functions to extract meaningful business insights from the transactional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Queries &amp; Business Insights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customers by completed bookings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Customers who never cancelled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Churn risk prediction (days since last booking)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Cancellation reasons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Performance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Average rating of drivers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Drivers with high cancellation 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drivers by total distance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High-rated vs Low-rated earnings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788920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788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Routes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Total revenue (completed trips)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Top 3 most traveled routes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Sedan vs SUV revenue comparison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520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Weekend vs Weekday bookings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5272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1430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Relational Database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14356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full Cab Booking System schema with 6 interrelated tables covering the entire booking lifecycle.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9202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14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0116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Business-Focused SQL Queries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097280" y="230428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practical queries that answer real questions: who are top customers, which drivers underperform, which routes are busiest, and revenue trends.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278892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00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8803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Insights Ready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097280" y="317296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support decisions on driver training, dynamic pricing (weekend vs weekday), fleet investment (Sedan vs SUV), and customer retention.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65760" y="36576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5876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749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Skills Demonstrated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97280" y="404164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JOINs, aggregate functions, CASE expressions, subqueries, date functions and GROUP BY to extract meaningful analytics from transactional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547</Words>
  <Application>Microsoft Office PowerPoint</Application>
  <PresentationFormat>On-screen Show (16:9)</PresentationFormat>
  <Paragraphs>79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 Booking System – SQL Project Presentation</dc:title>
  <dc:subject>PptxGenJS Presentation</dc:subject>
  <dc:creator>SQL Project Team</dc:creator>
  <cp:lastModifiedBy>Atul Gurav</cp:lastModifiedBy>
  <cp:revision>3</cp:revision>
  <dcterms:created xsi:type="dcterms:W3CDTF">2026-10-23T09:28:47Z</dcterms:created>
  <dcterms:modified xsi:type="dcterms:W3CDTF">2026-10-23T09:52:39Z</dcterms:modified>
</cp:coreProperties>
</file>